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63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47C53-1490-4182-9A1F-76EE34F45122}" type="datetimeFigureOut">
              <a:rPr lang="en-US" smtClean="0"/>
              <a:t>3/25/2024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951B6-A9F7-4042-A1AF-F73332DCCA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45690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47C53-1490-4182-9A1F-76EE34F45122}" type="datetimeFigureOut">
              <a:rPr lang="en-US" smtClean="0"/>
              <a:t>3/25/2024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951B6-A9F7-4042-A1AF-F73332DCCA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79743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47C53-1490-4182-9A1F-76EE34F45122}" type="datetimeFigureOut">
              <a:rPr lang="en-US" smtClean="0"/>
              <a:t>3/25/2024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951B6-A9F7-4042-A1AF-F73332DCCA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56998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47C53-1490-4182-9A1F-76EE34F45122}" type="datetimeFigureOut">
              <a:rPr lang="en-US" smtClean="0"/>
              <a:t>3/25/2024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951B6-A9F7-4042-A1AF-F73332DCCA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41976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47C53-1490-4182-9A1F-76EE34F45122}" type="datetimeFigureOut">
              <a:rPr lang="en-US" smtClean="0"/>
              <a:t>3/25/2024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951B6-A9F7-4042-A1AF-F73332DCCA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44347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47C53-1490-4182-9A1F-76EE34F45122}" type="datetimeFigureOut">
              <a:rPr lang="en-US" smtClean="0"/>
              <a:t>3/25/2024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951B6-A9F7-4042-A1AF-F73332DCCA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1183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47C53-1490-4182-9A1F-76EE34F45122}" type="datetimeFigureOut">
              <a:rPr lang="en-US" smtClean="0"/>
              <a:t>3/25/2024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951B6-A9F7-4042-A1AF-F73332DCCA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83742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47C53-1490-4182-9A1F-76EE34F45122}" type="datetimeFigureOut">
              <a:rPr lang="en-US" smtClean="0"/>
              <a:t>3/25/2024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951B6-A9F7-4042-A1AF-F73332DCCA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36049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47C53-1490-4182-9A1F-76EE34F45122}" type="datetimeFigureOut">
              <a:rPr lang="en-US" smtClean="0"/>
              <a:t>3/25/2024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951B6-A9F7-4042-A1AF-F73332DCCA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76191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47C53-1490-4182-9A1F-76EE34F45122}" type="datetimeFigureOut">
              <a:rPr lang="en-US" smtClean="0"/>
              <a:t>3/25/2024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951B6-A9F7-4042-A1AF-F73332DCCA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49387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47C53-1490-4182-9A1F-76EE34F45122}" type="datetimeFigureOut">
              <a:rPr lang="en-US" smtClean="0"/>
              <a:t>3/25/2024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951B6-A9F7-4042-A1AF-F73332DCCA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54140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B47C53-1490-4182-9A1F-76EE34F45122}" type="datetimeFigureOut">
              <a:rPr lang="en-US" smtClean="0"/>
              <a:t>3/25/2024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5951B6-A9F7-4042-A1AF-F73332DCCA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4979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 smtClean="0"/>
              <a:t>Szdxgfchvbjnkml</a:t>
            </a:r>
            <a:r>
              <a:rPr lang="en-US" smtClean="0"/>
              <a:t>,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05336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Szdxgfchvbjnkml,</vt:lpstr>
    </vt:vector>
  </TitlesOfParts>
  <Company>DASSAULT SYSTEMES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Szdxgfchvbjnkml,</dc:title>
  <dc:creator>PANMAND Vinay</dc:creator>
  <cp:lastModifiedBy>PANMAND Vinay</cp:lastModifiedBy>
  <cp:revision>1</cp:revision>
  <dcterms:created xsi:type="dcterms:W3CDTF">2024-03-25T06:44:25Z</dcterms:created>
  <dcterms:modified xsi:type="dcterms:W3CDTF">2024-03-25T06:44:30Z</dcterms:modified>
</cp:coreProperties>
</file>